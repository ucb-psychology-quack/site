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12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3"/>
  </p:normalViewPr>
  <p:slideViewPr>
    <p:cSldViewPr snapToGrid="0" snapToObjects="1">
      <p:cViewPr>
        <p:scale>
          <a:sx n="83" d="100"/>
          <a:sy n="83" d="100"/>
        </p:scale>
        <p:origin x="2672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1B7B0-5C3D-774E-B2B9-81D7ED09F253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517CE-A4B4-2F47-B0A8-573A8899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6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apply() functions are looping alternatives. Demonstrate with psychology examples like computing mean RTs per condition. Highlight purrr::map() as tidyverse-friendly and pipe-compatible.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56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5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73653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6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63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7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6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2115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462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8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6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645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AC8A-58FC-CE53-402A-F835F0691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 +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2FA3-1871-D13E-4400-326252A170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Quack</a:t>
            </a:r>
          </a:p>
          <a:p>
            <a:r>
              <a:rPr lang="en-US" dirty="0"/>
              <a:t>10/20/2025</a:t>
            </a:r>
          </a:p>
          <a:p>
            <a:r>
              <a:rPr lang="en-US" dirty="0" err="1"/>
              <a:t>Sophie+victoria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0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and Functions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Today: Loops and Functions</a:t>
            </a:r>
          </a:p>
          <a:p>
            <a:r>
              <a:rPr dirty="0"/>
              <a:t>Goal: Make R do repetitive tasks automatically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Loops?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loop?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loop</a:t>
            </a:r>
            <a:r>
              <a:rPr lang="en-US" dirty="0"/>
              <a:t> is a programming structure that </a:t>
            </a:r>
            <a:r>
              <a:rPr lang="en-US" b="1" dirty="0"/>
              <a:t>repeats a set of instructions multiple times</a:t>
            </a:r>
            <a:r>
              <a:rPr lang="en-US" dirty="0"/>
              <a:t>, usually until a specific condition is met.</a:t>
            </a:r>
          </a:p>
          <a:p>
            <a:r>
              <a:rPr dirty="0"/>
              <a:t>Avoid writing the same code multiple times</a:t>
            </a:r>
          </a:p>
          <a:p>
            <a:r>
              <a:rPr dirty="0"/>
              <a:t>Reduce human error and make analyses reproducible</a:t>
            </a:r>
          </a:p>
          <a:p>
            <a:r>
              <a:rPr dirty="0"/>
              <a:t>Let the computer handle repetition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 of a Loop</a:t>
            </a:r>
            <a:r>
              <a:rPr lang="en-US" dirty="0"/>
              <a:t> in 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for (</a:t>
            </a:r>
            <a:r>
              <a:rPr dirty="0" err="1"/>
              <a:t>i</a:t>
            </a:r>
            <a:r>
              <a:rPr dirty="0"/>
              <a:t> in 1:5)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print(</a:t>
            </a:r>
            <a:r>
              <a:rPr dirty="0" err="1"/>
              <a:t>i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 &lt; 5) {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Loop Over 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participants &lt;- c('P01', 'P02', 'P03')</a:t>
            </a:r>
          </a:p>
          <a:p>
            <a:pPr marL="0" indent="0">
              <a:buNone/>
            </a:pPr>
            <a:r>
              <a:rPr dirty="0"/>
              <a:t>for (p in participants) {</a:t>
            </a:r>
          </a:p>
          <a:p>
            <a:pPr marL="457200" lvl="1" indent="0">
              <a:buNone/>
            </a:pPr>
            <a:r>
              <a:rPr dirty="0"/>
              <a:t>print(paste('Analyzing data for', p))</a:t>
            </a:r>
          </a:p>
          <a:p>
            <a:pPr marL="457200" lvl="1" indent="0">
              <a:buNone/>
            </a:pPr>
            <a:r>
              <a:rPr dirty="0"/>
              <a:t> 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Functions?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is a reusable piece of code that takes one or more arguments, executes a series of commands, and returns a result.</a:t>
            </a:r>
          </a:p>
          <a:p>
            <a:r>
              <a:rPr dirty="0"/>
              <a:t>Encapsulate reusable code</a:t>
            </a:r>
          </a:p>
          <a:p>
            <a:r>
              <a:rPr dirty="0"/>
              <a:t>Avoid copy-pasting code for each dataset or participant</a:t>
            </a:r>
          </a:p>
          <a:p>
            <a:r>
              <a:rPr dirty="0"/>
              <a:t>Make your scripts modular and easier to debug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Function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my_function</a:t>
            </a:r>
            <a:r>
              <a:rPr dirty="0"/>
              <a:t> &lt;- function(argument1, argument2) {</a:t>
            </a:r>
          </a:p>
          <a:p>
            <a:pPr marL="0" indent="0">
              <a:buNone/>
            </a:pPr>
            <a:r>
              <a:rPr lang="en-US" dirty="0"/>
              <a:t>	r</a:t>
            </a:r>
            <a:r>
              <a:rPr dirty="0"/>
              <a:t>esult &lt;- argument1 + argument2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return(result)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Compute Mean 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mean_rt</a:t>
            </a:r>
            <a:r>
              <a:rPr dirty="0"/>
              <a:t> &lt;- function(data) {</a:t>
            </a:r>
          </a:p>
          <a:p>
            <a:pPr marL="0" indent="0">
              <a:buNone/>
            </a:pPr>
            <a:r>
              <a:rPr lang="en-US" dirty="0"/>
              <a:t>	return(</a:t>
            </a:r>
            <a:r>
              <a:rPr dirty="0"/>
              <a:t>mean(</a:t>
            </a:r>
            <a:r>
              <a:rPr dirty="0" err="1"/>
              <a:t>data$rt</a:t>
            </a:r>
            <a:r>
              <a:rPr dirty="0"/>
              <a:t>, </a:t>
            </a:r>
            <a:r>
              <a:rPr dirty="0" err="1"/>
              <a:t>na.rm</a:t>
            </a:r>
            <a:r>
              <a:rPr dirty="0"/>
              <a:t> = TRUE)</a:t>
            </a:r>
            <a:r>
              <a:rPr lang="en-US" dirty="0"/>
              <a:t>)</a:t>
            </a:r>
            <a:endParaRPr dirty="0"/>
          </a:p>
          <a:p>
            <a:pPr marL="0" indent="0">
              <a:buNone/>
            </a:pPr>
            <a:r>
              <a:rPr dirty="0"/>
              <a:t>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&lt;- </a:t>
            </a:r>
            <a:r>
              <a:rPr lang="en-US" dirty="0" err="1"/>
              <a:t>mean_rt</a:t>
            </a:r>
            <a:r>
              <a:rPr lang="en-US" dirty="0"/>
              <a:t>(data)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Loops to the apply()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 R provides vectorized tools that replace many explicit loops.</a:t>
            </a:r>
          </a:p>
          <a:p>
            <a:r>
              <a:rPr dirty="0"/>
              <a:t>Key functions:</a:t>
            </a:r>
            <a:endParaRPr lang="en-US" dirty="0"/>
          </a:p>
          <a:p>
            <a:pPr lvl="1"/>
            <a:r>
              <a:rPr dirty="0"/>
              <a:t>apply(): apply a function to rows/columns of a matrix or data frame</a:t>
            </a:r>
            <a:endParaRPr lang="en-US" dirty="0"/>
          </a:p>
          <a:p>
            <a:pPr lvl="1"/>
            <a:r>
              <a:rPr dirty="0" err="1"/>
              <a:t>lapply</a:t>
            </a:r>
            <a:r>
              <a:rPr dirty="0"/>
              <a:t>(): apply a function to each element of a list (returns list)</a:t>
            </a:r>
            <a:endParaRPr lang="en-US" dirty="0"/>
          </a:p>
          <a:p>
            <a:pPr lvl="1"/>
            <a:r>
              <a:rPr dirty="0" err="1"/>
              <a:t>sapply</a:t>
            </a:r>
            <a:r>
              <a:rPr dirty="0"/>
              <a:t>(): like </a:t>
            </a:r>
            <a:r>
              <a:rPr dirty="0" err="1"/>
              <a:t>lapply</a:t>
            </a:r>
            <a:r>
              <a:rPr dirty="0"/>
              <a:t>(), but simplifies result (returns vector/matrix)</a:t>
            </a:r>
            <a:endParaRPr lang="en-US" dirty="0"/>
          </a:p>
          <a:p>
            <a:pPr lvl="1"/>
            <a:r>
              <a:rPr dirty="0" err="1"/>
              <a:t>tapply</a:t>
            </a:r>
            <a:r>
              <a:rPr dirty="0"/>
              <a:t>(): apply a function to subsets defined by a factor</a:t>
            </a:r>
          </a:p>
          <a:p>
            <a:r>
              <a:rPr dirty="0"/>
              <a:t> Examples (base R):</a:t>
            </a:r>
            <a:endParaRPr lang="en-US" dirty="0"/>
          </a:p>
          <a:p>
            <a:pPr lvl="1"/>
            <a:r>
              <a:rPr dirty="0"/>
              <a:t>apply(</a:t>
            </a:r>
            <a:r>
              <a:rPr dirty="0" err="1"/>
              <a:t>df</a:t>
            </a:r>
            <a:r>
              <a:rPr dirty="0"/>
              <a:t>, 2, mean, </a:t>
            </a:r>
            <a:r>
              <a:rPr dirty="0" err="1"/>
              <a:t>na.rm</a:t>
            </a:r>
            <a:r>
              <a:rPr dirty="0"/>
              <a:t> = TRUE)</a:t>
            </a:r>
            <a:endParaRPr lang="en-US" dirty="0"/>
          </a:p>
          <a:p>
            <a:pPr lvl="1"/>
            <a:r>
              <a:rPr dirty="0" err="1"/>
              <a:t>participant_means</a:t>
            </a:r>
            <a:r>
              <a:rPr dirty="0"/>
              <a:t> &lt;- </a:t>
            </a:r>
            <a:r>
              <a:rPr dirty="0" err="1"/>
              <a:t>lapply</a:t>
            </a:r>
            <a:r>
              <a:rPr dirty="0"/>
              <a:t>(</a:t>
            </a:r>
            <a:r>
              <a:rPr dirty="0" err="1"/>
              <a:t>participant_list</a:t>
            </a:r>
            <a:r>
              <a:rPr dirty="0"/>
              <a:t>, </a:t>
            </a:r>
            <a:r>
              <a:rPr dirty="0" err="1"/>
              <a:t>mean_rt</a:t>
            </a:r>
            <a:r>
              <a:rPr dirty="0"/>
              <a:t>)</a:t>
            </a:r>
            <a:endParaRPr lang="en-US" dirty="0"/>
          </a:p>
          <a:p>
            <a:pPr lvl="1"/>
            <a:r>
              <a:rPr dirty="0" err="1"/>
              <a:t>participant_means_vec</a:t>
            </a:r>
            <a:r>
              <a:rPr dirty="0"/>
              <a:t> &lt;- </a:t>
            </a:r>
            <a:r>
              <a:rPr dirty="0" err="1"/>
              <a:t>sapply</a:t>
            </a:r>
            <a:r>
              <a:rPr dirty="0"/>
              <a:t>(</a:t>
            </a:r>
            <a:r>
              <a:rPr dirty="0" err="1"/>
              <a:t>participant_list</a:t>
            </a:r>
            <a:r>
              <a:rPr dirty="0"/>
              <a:t>, </a:t>
            </a:r>
            <a:r>
              <a:rPr dirty="0" err="1"/>
              <a:t>mean_rt</a:t>
            </a:r>
            <a:r>
              <a:rPr dirty="0"/>
              <a:t>)</a:t>
            </a:r>
            <a:endParaRPr lang="en-US" dirty="0"/>
          </a:p>
          <a:p>
            <a:pPr lvl="1"/>
            <a:r>
              <a:rPr dirty="0" err="1"/>
              <a:t>tapply</a:t>
            </a:r>
            <a:r>
              <a:rPr dirty="0"/>
              <a:t>(</a:t>
            </a:r>
            <a:r>
              <a:rPr dirty="0" err="1"/>
              <a:t>df$rt</a:t>
            </a:r>
            <a:r>
              <a:rPr dirty="0"/>
              <a:t>, </a:t>
            </a:r>
            <a:r>
              <a:rPr dirty="0" err="1"/>
              <a:t>df$condition</a:t>
            </a:r>
            <a:r>
              <a:rPr dirty="0"/>
              <a:t>, mean, </a:t>
            </a:r>
            <a:r>
              <a:rPr dirty="0" err="1"/>
              <a:t>na.rm</a:t>
            </a:r>
            <a:r>
              <a:rPr dirty="0"/>
              <a:t> = TRUE)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Loops = repetition automation</a:t>
            </a:r>
          </a:p>
          <a:p>
            <a:r>
              <a:rPr dirty="0"/>
              <a:t>Functions = modular code blocks</a:t>
            </a:r>
            <a:endParaRPr lang="en-US" dirty="0"/>
          </a:p>
          <a:p>
            <a:r>
              <a:rPr dirty="0"/>
              <a:t> Apply family = efficient vectorized looping</a:t>
            </a:r>
          </a:p>
          <a:p>
            <a:r>
              <a:t>Together </a:t>
            </a:r>
            <a:r>
              <a:rPr dirty="0"/>
              <a:t>= scalable and reproducible psychology analyses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730</TotalTime>
  <Words>466</Words>
  <Application>Microsoft Macintosh PowerPoint</Application>
  <PresentationFormat>On-screen Show (4:3)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Gill Sans MT</vt:lpstr>
      <vt:lpstr>Impact</vt:lpstr>
      <vt:lpstr>Badge</vt:lpstr>
      <vt:lpstr>Loops + Functions</vt:lpstr>
      <vt:lpstr>Loops and Functions in R</vt:lpstr>
      <vt:lpstr>Why Use Loops?</vt:lpstr>
      <vt:lpstr>Structure of a Loop in R</vt:lpstr>
      <vt:lpstr>Example: Loop Over Participants</vt:lpstr>
      <vt:lpstr>Why Use Functions?</vt:lpstr>
      <vt:lpstr>Basic Function Syntax</vt:lpstr>
      <vt:lpstr>Example: Compute Mean RT</vt:lpstr>
      <vt:lpstr>From Loops to the apply() Family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Sophie Regan</cp:lastModifiedBy>
  <cp:revision>2</cp:revision>
  <dcterms:created xsi:type="dcterms:W3CDTF">2013-01-27T09:14:16Z</dcterms:created>
  <dcterms:modified xsi:type="dcterms:W3CDTF">2025-10-20T17:07:41Z</dcterms:modified>
  <cp:category/>
</cp:coreProperties>
</file>